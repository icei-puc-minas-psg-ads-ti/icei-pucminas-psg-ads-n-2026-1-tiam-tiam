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920240"/>
            <a:ext cx="12188952" cy="30175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920240"/>
            <a:ext cx="164592" cy="30175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</a:rPr>
              <a:t>🏋️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29968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D48A"/>
                </a:solidFill>
              </a:rPr>
              <a:t>FIT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906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0B8C8"/>
                </a:solidFill>
              </a:rPr>
              <a:t>Treine. Evolua. Supere.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</a:rPr>
              <a:t>Aplicativo Mobile de Acompanhamento Fitness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4526280"/>
            <a:ext cx="4507992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B8C8"/>
                </a:solidFill>
              </a:rPr>
              <a:t>4º Semestre — Análise e Desenvolvimento de Sistemas  |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👥  Integrantes do Grupo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5212080" cy="178308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554480"/>
            <a:ext cx="128016" cy="17830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1920240"/>
            <a:ext cx="777240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019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8288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Lucas Felipe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8A"/>
                </a:solidFill>
              </a:rPr>
              <a:t>Frontend &amp; UI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554480"/>
            <a:ext cx="5212080" cy="178308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554480"/>
            <a:ext cx="128016" cy="17830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920240"/>
            <a:ext cx="777240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90195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182880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Kaylan Luis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8A"/>
                </a:solidFill>
              </a:rPr>
              <a:t>Backend &amp; Firebase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657600"/>
            <a:ext cx="5212080" cy="178308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3657600"/>
            <a:ext cx="128016" cy="17830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023360"/>
            <a:ext cx="777240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0507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3931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Matheus Antony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8A"/>
                </a:solidFill>
              </a:rPr>
              <a:t>Gamificação &amp; Missões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657600"/>
            <a:ext cx="5212080" cy="178308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3657600"/>
            <a:ext cx="128016" cy="178308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4023360"/>
            <a:ext cx="777240" cy="7772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005072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3931920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Luis Henrique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4526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D48A"/>
                </a:solidFill>
              </a:rPr>
              <a:t>Navegação &amp; Estado Global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C8"/>
                </a:solidFill>
              </a:rPr>
              <a:t>Curso: Análise e Desenvolvimento de Sistemas  |  4º Semestre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📋  Divisão de Tarefas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Cada integrante foi responsável por uma área específica do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3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394960" cy="2286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128016" cy="2286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Lucas Felipe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0116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Frontend &amp;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359152"/>
            <a:ext cx="493776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4048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Telas: Splash, Onboarding, Login/Cadastro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34055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Dashboard, Layout geral e componentes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6324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Tela de Execução de Treino em tempo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39242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Design system, cores e tipografia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508760"/>
            <a:ext cx="5394960" cy="2286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508760"/>
            <a:ext cx="128016" cy="2286000"/>
          </a:xfrm>
          <a:prstGeom prst="rect">
            <a:avLst/>
          </a:prstGeom>
          <a:solidFill>
            <a:srgbClr val="0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Kaylan Luis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0116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Backend &amp; Firebase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65392" y="2359152"/>
            <a:ext cx="493776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24048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Configuração do Firebase (Auth, Firestore, Storage)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734055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Serviços de autenticação (login, cadastro, logout)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06324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CRUD de treinos e histórico no Firestore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39242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Upload e gerenciamento de foto de perfil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23360"/>
            <a:ext cx="5394960" cy="2286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023360"/>
            <a:ext cx="128016" cy="2286000"/>
          </a:xfrm>
          <a:prstGeom prst="rect">
            <a:avLst/>
          </a:prstGeom>
          <a:solidFill>
            <a:srgbClr val="B0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Matheus Antony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526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Gamificação &amp; Missões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4873752"/>
            <a:ext cx="493776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9194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Sistema de XP e progressão de níveis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248655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Missões diárias e reset automático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57784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6 Badges / conquistas com critérios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90702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Tela de Estatísticas e gráfico semanal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023360"/>
            <a:ext cx="5394960" cy="2286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023360"/>
            <a:ext cx="128016" cy="22860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2" y="4114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Luis Henrique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45262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8A"/>
                </a:solidFill>
              </a:rPr>
              <a:t>Navegação &amp; Estado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65392" y="4873752"/>
            <a:ext cx="493776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491947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React Navigation: Stack + Bottom Tabs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5248655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Context API (AppContext) — estado global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557784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AsyncStorage para persistência offline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590702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Tela de Perfil, Histórico e Configurações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💡  O que é o FIT TRACK?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Um aplicativo mobile completo para acompanhamento de treinos e evolução física pessoal.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4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5394960" cy="1874519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28016" cy="1874519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2996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8A"/>
                </a:solidFill>
              </a:rPr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603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Ajudar usuários a manter
consistência nos treinos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20240"/>
            <a:ext cx="5394960" cy="1874519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920240"/>
            <a:ext cx="128016" cy="1874519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057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02996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8A"/>
                </a:solidFill>
              </a:rPr>
              <a:t>Plataforma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5603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Mobile — Android
(React Native + Expo)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5394960" cy="1874519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28016" cy="1874519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206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178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8A"/>
                </a:solidFill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7091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Firebase (Auth, Firestore,
Storage)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69080"/>
            <a:ext cx="5394960" cy="1874519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069080"/>
            <a:ext cx="128016" cy="1874519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20624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41788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D48A"/>
                </a:solidFill>
              </a:rPr>
              <a:t>Diferencial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7091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Gamificação com XP,
níveis, missões e conquistas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🛠️  Tecnologias Utilizadas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5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33502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28016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React Native 0.71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737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Framework mobile cross-platform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188720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33502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28016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Expo ~48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7373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Build &amp; desenvolvimento ágil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14600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14600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6609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60604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Firebase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063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Auth + Firestore +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14600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514600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26609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60604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React Navigation v6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063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Roteamento de telas (Stack + Tabs)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840480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98678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93192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AsyncStorage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389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Persistência local /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840480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3840480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98678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🖼️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3931920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Expo Image Picker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3891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Upload de foto de perfil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166359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166359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5312663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5257799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Context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571499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Gerenciamento de estado global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5166359"/>
            <a:ext cx="5394960" cy="11430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60" y="5166359"/>
            <a:ext cx="109728" cy="1143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5312663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257799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8A"/>
                </a:solidFill>
              </a:rPr>
              <a:t>Theme System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571499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8C8"/>
                </a:solidFill>
              </a:rPr>
              <a:t>Design system centralizado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📱  Telas do Aplicativo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11 telas cobrindo o fluxo completo de uso do aplicativo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6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49961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🚀  Splash / Onboarding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04825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1214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Inicialização e boas-vindas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49961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🔐  Login / Cadastro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2856" y="204825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21214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Auth com e-mail e senha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149961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🏠 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49056" y="204825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212140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Visão geral, streak, missões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10896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10896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23697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💪  Treinos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" y="378561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8587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Biblioteca + criação customizada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10896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10896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2856" y="323697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▶️  Execução de Treino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62856" y="378561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38587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Progressão exercício a exercício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10896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10896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23697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🎯  Missões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49056" y="378561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385876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XP, nível e desafios diários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4632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84632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497433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Estatísticas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" y="552297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5596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Gráficos semanais e conquistas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84632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484632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62856" y="497433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👤  Perfil &amp; Config.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62856" y="552297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62856" y="5596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Foto, dados pessoais, preferências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846320"/>
            <a:ext cx="3566160" cy="15087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4846320"/>
            <a:ext cx="109728" cy="15087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49056" y="4974336"/>
            <a:ext cx="3200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 Histórico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49056" y="5522976"/>
            <a:ext cx="3154680" cy="27432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49056" y="559612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C8"/>
                </a:solidFill>
              </a:rPr>
              <a:t>Log cronológico de treinos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⚡  Funcionalidades Principais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7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11247120" cy="1170432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" cy="1170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2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34416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Autenticação Firebase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399032"/>
            <a:ext cx="41148" cy="8412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41732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Cadastro, login e persistência automática de sessão com e-mail e senha.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87752"/>
            <a:ext cx="11247120" cy="1170432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587752"/>
            <a:ext cx="128016" cy="1170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70632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69748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Gerenciamento de Treinos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752344"/>
            <a:ext cx="41148" cy="8412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770632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5 treinos pré-configurados (Superior, Inferior, Push, Pull, HIIT) + criação personalizada.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41064"/>
            <a:ext cx="11247120" cy="1170432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41064"/>
            <a:ext cx="128016" cy="1170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23944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▶️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5079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Execução em Tempo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4105656"/>
            <a:ext cx="41148" cy="8412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4123944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Progressão por exercício, contagem de séries e barra de progresso visual.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94375"/>
            <a:ext cx="11247120" cy="1170432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294375"/>
            <a:ext cx="128016" cy="117043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477255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04103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Upload de Foto de Perfil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77840" y="5458967"/>
            <a:ext cx="41148" cy="8412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0" y="5477255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Câmera ou galeria via Expo Image Picker, armazenamento no Firebase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🎮  Sistema de Gamificação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O diferencial do FIT TRACK — treinar vira um jogo com recompensas e progressão.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8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394960" cy="210312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28016" cy="21031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783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⭐  XP &amp; Níveis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313432"/>
            <a:ext cx="4937760" cy="32004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86584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+50 XP por treino concluído
• +50 XP ao completar missão
• +20 XP meta de hidratação
• +30 XP meta de passos
• A cada 200 XP → sobe 1 nível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394960" cy="210312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128016" cy="21031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783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📋  Missões Diárias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392" y="2313432"/>
            <a:ext cx="4937760" cy="32004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386584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Completar 1 treino do dia
• Beber 2 litros de água
• Caminhar 10.000 passos
Missões se renovam todo 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23360"/>
            <a:ext cx="5394960" cy="210312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128016" cy="21031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🏆  Conquistas (6 Badges)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4645152"/>
            <a:ext cx="4937760" cy="32004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718304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Primeiro treino
• 5 treinos realizados
• 10 treinos realizados
• 20 treinos realizados
• Sequência de 3 dias
• Sequência de 7 dias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23360"/>
            <a:ext cx="5394960" cy="210312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128016" cy="21031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114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</a:rPr>
              <a:t>📈  Estatísticas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2" y="4645152"/>
            <a:ext cx="4937760" cy="32004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718304"/>
            <a:ext cx="4937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Gráfico de atividade semanal
• Contador de sequência (streak)
• Total de treinos e calorias
• Histórico completo de sessões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🏗️  Arquitetura da Aplicação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Separação clara de responsabilidades: UI → Navegação → Estado → Serviços → Firebase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371600"/>
            <a:ext cx="9418320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1371600"/>
            <a:ext cx="109728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151790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📱  INTERFACE  (React Native Screens)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488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8A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331720"/>
            <a:ext cx="941832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2331720"/>
            <a:ext cx="109728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47802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🔀  NAVEGAÇÃO  (React Navigation — Stack + Tabs)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10896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8A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291840"/>
            <a:ext cx="941832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3291840"/>
            <a:ext cx="109728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343814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⚙️  ESTADO GLOBAL  (Context API — AppContext)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06908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8A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4251960"/>
            <a:ext cx="9418320" cy="777240"/>
          </a:xfrm>
          <a:prstGeom prst="rect">
            <a:avLst/>
          </a:prstGeom>
          <a:solidFill>
            <a:srgbClr val="0A2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71600" y="4251960"/>
            <a:ext cx="109728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39826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🔌  SERVIÇOS  (auth.js  |  firestore.js  |  storage.js)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0292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D48A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212080"/>
            <a:ext cx="9418320" cy="7772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5212080"/>
            <a:ext cx="109728" cy="7772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5358384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☁️  FIREBASE  (Authentication  |  Firestore  |  Storage)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8A"/>
                </a:solidFill>
              </a:rPr>
              <a:t>🗄️  Banco de Dados — Firestore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0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8C8"/>
                </a:solidFill>
              </a:rPr>
              <a:t>Estrutura NoSQL aninhada por usuário — dados isolados por UID, sem conflito entre contas.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10698480" cy="365760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28016" cy="36576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8A"/>
                </a:solidFill>
              </a:rPr>
              <a:t>👤  users / {uid}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578607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💪  workouts  →  id, name, exercises[], duration, calories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1868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📋  history   →  id, workoutName, sets, calories,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85876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🎯  missions  →  id, title, xp, done,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498848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👤  profile   →  name, email, weight, height, age, photoURL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875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Segurança: dados isolados por 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875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Escalabilidade: NoSQL flexível, sem schema rígido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447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Tempo real: sincronização automática entre sessões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1447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 Offline: AsyncStorage garante persistência 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0B8C8"/>
                </a:solidFill>
              </a:rPr>
              <a:t>11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8A"/>
                </a:solidFill>
              </a:rPr>
              <a:t>✅  Conclusão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207008"/>
            <a:ext cx="5239512" cy="50292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63040" y="1508760"/>
            <a:ext cx="9235440" cy="5943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508760"/>
            <a:ext cx="109728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4208" y="158191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60020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Aplicativo funcional com 11 telas e fluxo completo de uso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2221991"/>
            <a:ext cx="9235440" cy="5943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0" y="2221991"/>
            <a:ext cx="109728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64208" y="2295143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313431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Firebase como backend robusto — Auth + Firestore +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935224"/>
            <a:ext cx="9235440" cy="5943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63040" y="2935224"/>
            <a:ext cx="109728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64208" y="3008376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026664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Gamificação diferenciada: XP, níveis, missões e conquistas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3648456"/>
            <a:ext cx="9235440" cy="5943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63040" y="3648456"/>
            <a:ext cx="109728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64208" y="3721608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739896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Arquitetura limpa com separação clara de responsabilidades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4361688"/>
            <a:ext cx="9235440" cy="5943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63040" y="4361688"/>
            <a:ext cx="109728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64208" y="443484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4453128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Desenvolvido com React Native + Expo para Android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5074920"/>
            <a:ext cx="9235440" cy="594360"/>
          </a:xfrm>
          <a:prstGeom prst="rect">
            <a:avLst/>
          </a:prstGeom>
          <a:solidFill>
            <a:srgbClr val="0D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3040" y="5074920"/>
            <a:ext cx="109728" cy="5943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64208" y="51480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516636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Divisão organizada de tarefas entre os 4 integrantes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5897880"/>
            <a:ext cx="6702552" cy="4114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8A"/>
                </a:solidFill>
              </a:rPr>
              <a:t>Obrigado!  🏋️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